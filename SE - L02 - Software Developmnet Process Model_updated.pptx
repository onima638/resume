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D0F88-8A1D-469E-9A4D-0D864E33DB38}" v="2" dt="2025-03-08T13:33:29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2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73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0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876288" y="3715404"/>
            <a:ext cx="35570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CE63CACF-36DE-9C52-3964-4DA46A7E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53749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B9FA1C-4DA2-8243-927D-F366802C38D3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days.</a:t>
            </a: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688</Words>
  <Application>Microsoft Office PowerPoint</Application>
  <PresentationFormat>Widescreen</PresentationFormat>
  <Paragraphs>90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Farzana Alam</cp:lastModifiedBy>
  <cp:revision>28</cp:revision>
  <dcterms:created xsi:type="dcterms:W3CDTF">2019-05-13T08:37:20Z</dcterms:created>
  <dcterms:modified xsi:type="dcterms:W3CDTF">2026-06-15T01:50:57Z</dcterms:modified>
</cp:coreProperties>
</file>